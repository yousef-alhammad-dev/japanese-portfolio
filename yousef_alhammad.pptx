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/>
            </a:pPr>
            <a:r>
              <a:t>自己紹介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ユセフ・アルハンマド</a:t>
            </a:r>
          </a:p>
        </p:txBody>
      </p:sp>
      <p:sp>
        <p:nvSpPr>
          <p:cNvPr id="4" name="Oval 3"/>
          <p:cNvSpPr/>
          <p:nvPr/>
        </p:nvSpPr>
        <p:spPr>
          <a:xfrm>
            <a:off x="91440" y="91440"/>
            <a:ext cx="320040" cy="320040"/>
          </a:xfrm>
          <a:prstGeom prst="ellipse">
            <a:avLst/>
          </a:prstGeom>
          <a:solidFill>
            <a:srgbClr val="FFB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4572000"/>
            <a:ext cx="320040" cy="320040"/>
          </a:xfrm>
          <a:prstGeom prst="ellipse">
            <a:avLst/>
          </a:prstGeom>
          <a:solidFill>
            <a:srgbClr val="FFC0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4663440"/>
            <a:ext cx="228600" cy="228600"/>
          </a:xfrm>
          <a:prstGeom prst="ellipse">
            <a:avLst/>
          </a:prstGeom>
          <a:solidFill>
            <a:srgbClr val="FF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8229600" cy="45720"/>
          </a:xfrm>
          <a:prstGeom prst="rect">
            <a:avLst/>
          </a:prstGeom>
          <a:solidFill>
            <a:srgbClr val="DC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464646"/>
                </a:solidFill>
              </a:defRPr>
            </a:pPr>
            <a:r>
              <a:t>あいさつ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5A5A5A"/>
                </a:solidFill>
              </a:defRPr>
            </a:pPr>
            <a:r>
              <a:t>はじめまして。</a:t>
            </a:r>
          </a:p>
          <a:p>
            <a:pPr>
              <a:defRPr sz="2200">
                <a:solidFill>
                  <a:srgbClr val="5A5A5A"/>
                </a:solidFill>
              </a:defRPr>
            </a:pPr>
            <a:r>
              <a:t>こんにちは。</a:t>
            </a:r>
          </a:p>
          <a:p>
            <a:pPr>
              <a:defRPr sz="2200">
                <a:solidFill>
                  <a:srgbClr val="5A5A5A"/>
                </a:solidFill>
              </a:defRPr>
            </a:pPr>
            <a:r>
              <a:t>どうぞよろしくおねがいします。</a:t>
            </a:r>
          </a:p>
        </p:txBody>
      </p:sp>
      <p:sp>
        <p:nvSpPr>
          <p:cNvPr id="4" name="Oval 3"/>
          <p:cNvSpPr/>
          <p:nvPr/>
        </p:nvSpPr>
        <p:spPr>
          <a:xfrm>
            <a:off x="91440" y="91440"/>
            <a:ext cx="320040" cy="320040"/>
          </a:xfrm>
          <a:prstGeom prst="ellipse">
            <a:avLst/>
          </a:prstGeom>
          <a:solidFill>
            <a:srgbClr val="FFB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4572000"/>
            <a:ext cx="320040" cy="320040"/>
          </a:xfrm>
          <a:prstGeom prst="ellipse">
            <a:avLst/>
          </a:prstGeom>
          <a:solidFill>
            <a:srgbClr val="FFC0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4663440"/>
            <a:ext cx="228600" cy="228600"/>
          </a:xfrm>
          <a:prstGeom prst="ellipse">
            <a:avLst/>
          </a:prstGeom>
          <a:solidFill>
            <a:srgbClr val="FF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8229600" cy="45720"/>
          </a:xfrm>
          <a:prstGeom prst="rect">
            <a:avLst/>
          </a:prstGeom>
          <a:solidFill>
            <a:srgbClr val="DC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464646"/>
                </a:solidFill>
              </a:defRPr>
            </a:pPr>
            <a:r>
              <a:t>じこしょうかい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5A5A5A"/>
                </a:solidFill>
              </a:defRPr>
            </a:pPr>
            <a:r>
              <a:t>なまえ：ユセフ・アルハンマド</a:t>
            </a:r>
          </a:p>
          <a:p>
            <a:pPr>
              <a:defRPr sz="2200">
                <a:solidFill>
                  <a:srgbClr val="5A5A5A"/>
                </a:solidFill>
              </a:defRPr>
            </a:pPr>
            <a:r>
              <a:t>はたちです。</a:t>
            </a:r>
          </a:p>
          <a:p>
            <a:pPr>
              <a:defRPr sz="2200">
                <a:solidFill>
                  <a:srgbClr val="5A5A5A"/>
                </a:solidFill>
              </a:defRPr>
            </a:pPr>
            <a:r>
              <a:t>シリア人です。</a:t>
            </a:r>
          </a:p>
          <a:p>
            <a:pPr>
              <a:defRPr sz="2200">
                <a:solidFill>
                  <a:srgbClr val="5A5A5A"/>
                </a:solidFill>
              </a:defRPr>
            </a:pPr>
            <a:r>
              <a:t>だいがくせいです。</a:t>
            </a:r>
          </a:p>
          <a:p>
            <a:pPr>
              <a:defRPr sz="2200">
                <a:solidFill>
                  <a:srgbClr val="5A5A5A"/>
                </a:solidFill>
              </a:defRPr>
            </a:pPr>
            <a:r>
              <a:t>メール：yousefalhammad2@gmail.com</a:t>
            </a:r>
          </a:p>
        </p:txBody>
      </p:sp>
      <p:sp>
        <p:nvSpPr>
          <p:cNvPr id="4" name="Oval 3"/>
          <p:cNvSpPr/>
          <p:nvPr/>
        </p:nvSpPr>
        <p:spPr>
          <a:xfrm>
            <a:off x="91440" y="91440"/>
            <a:ext cx="320040" cy="320040"/>
          </a:xfrm>
          <a:prstGeom prst="ellipse">
            <a:avLst/>
          </a:prstGeom>
          <a:solidFill>
            <a:srgbClr val="FFB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4572000"/>
            <a:ext cx="320040" cy="320040"/>
          </a:xfrm>
          <a:prstGeom prst="ellipse">
            <a:avLst/>
          </a:prstGeom>
          <a:solidFill>
            <a:srgbClr val="FFC0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4663440"/>
            <a:ext cx="228600" cy="228600"/>
          </a:xfrm>
          <a:prstGeom prst="ellipse">
            <a:avLst/>
          </a:prstGeom>
          <a:solidFill>
            <a:srgbClr val="FF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8229600" cy="45720"/>
          </a:xfrm>
          <a:prstGeom prst="rect">
            <a:avLst/>
          </a:prstGeom>
          <a:solidFill>
            <a:srgbClr val="DC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464646"/>
                </a:solidFill>
              </a:defRPr>
            </a:pPr>
            <a:r>
              <a:t>だいがく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5A5A5A"/>
                </a:solidFill>
              </a:defRPr>
            </a:pPr>
            <a:r>
              <a:t>ジャダラだいがくのがくせいです。</a:t>
            </a:r>
          </a:p>
          <a:p>
            <a:pPr>
              <a:defRPr sz="2200">
                <a:solidFill>
                  <a:srgbClr val="5A5A5A"/>
                </a:solidFill>
              </a:defRPr>
            </a:pPr>
            <a:r>
              <a:t>ソフトウェアをべんきょうしています。</a:t>
            </a:r>
          </a:p>
        </p:txBody>
      </p:sp>
      <p:sp>
        <p:nvSpPr>
          <p:cNvPr id="4" name="Oval 3"/>
          <p:cNvSpPr/>
          <p:nvPr/>
        </p:nvSpPr>
        <p:spPr>
          <a:xfrm>
            <a:off x="91440" y="91440"/>
            <a:ext cx="320040" cy="320040"/>
          </a:xfrm>
          <a:prstGeom prst="ellipse">
            <a:avLst/>
          </a:prstGeom>
          <a:solidFill>
            <a:srgbClr val="FFB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4572000"/>
            <a:ext cx="320040" cy="320040"/>
          </a:xfrm>
          <a:prstGeom prst="ellipse">
            <a:avLst/>
          </a:prstGeom>
          <a:solidFill>
            <a:srgbClr val="FFC0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4663440"/>
            <a:ext cx="228600" cy="228600"/>
          </a:xfrm>
          <a:prstGeom prst="ellipse">
            <a:avLst/>
          </a:prstGeom>
          <a:solidFill>
            <a:srgbClr val="FF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8229600" cy="45720"/>
          </a:xfrm>
          <a:prstGeom prst="rect">
            <a:avLst/>
          </a:prstGeom>
          <a:solidFill>
            <a:srgbClr val="DC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464646"/>
                </a:solidFill>
              </a:defRPr>
            </a:pPr>
            <a:r>
              <a:t>かぞく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5A5A5A"/>
                </a:solidFill>
              </a:defRPr>
            </a:pPr>
            <a:r>
              <a:t>かぞくは5にんです。</a:t>
            </a:r>
          </a:p>
          <a:p>
            <a:pPr>
              <a:defRPr sz="2200">
                <a:solidFill>
                  <a:srgbClr val="5A5A5A"/>
                </a:solidFill>
              </a:defRPr>
            </a:pPr>
            <a:r>
              <a:t>ちち、はは、あに、あね、そしてわたしです。</a:t>
            </a:r>
          </a:p>
        </p:txBody>
      </p:sp>
      <p:sp>
        <p:nvSpPr>
          <p:cNvPr id="4" name="Oval 3"/>
          <p:cNvSpPr/>
          <p:nvPr/>
        </p:nvSpPr>
        <p:spPr>
          <a:xfrm>
            <a:off x="91440" y="91440"/>
            <a:ext cx="320040" cy="320040"/>
          </a:xfrm>
          <a:prstGeom prst="ellipse">
            <a:avLst/>
          </a:prstGeom>
          <a:solidFill>
            <a:srgbClr val="FFB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4572000"/>
            <a:ext cx="320040" cy="320040"/>
          </a:xfrm>
          <a:prstGeom prst="ellipse">
            <a:avLst/>
          </a:prstGeom>
          <a:solidFill>
            <a:srgbClr val="FFC0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4663440"/>
            <a:ext cx="228600" cy="228600"/>
          </a:xfrm>
          <a:prstGeom prst="ellipse">
            <a:avLst/>
          </a:prstGeom>
          <a:solidFill>
            <a:srgbClr val="FF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8229600" cy="45720"/>
          </a:xfrm>
          <a:prstGeom prst="rect">
            <a:avLst/>
          </a:prstGeom>
          <a:solidFill>
            <a:srgbClr val="DC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464646"/>
                </a:solidFill>
              </a:defRPr>
            </a:pPr>
            <a:r>
              <a:t>あさごはん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5A5A5A"/>
                </a:solidFill>
              </a:defRPr>
            </a:pPr>
            <a:r>
              <a:t>いつもパンとたまごをたべます。</a:t>
            </a:r>
          </a:p>
          <a:p>
            <a:pPr>
              <a:defRPr sz="2200">
                <a:solidFill>
                  <a:srgbClr val="5A5A5A"/>
                </a:solidFill>
              </a:defRPr>
            </a:pPr>
            <a:r>
              <a:t>ときどきコーヒーをのみます。</a:t>
            </a:r>
          </a:p>
        </p:txBody>
      </p:sp>
      <p:sp>
        <p:nvSpPr>
          <p:cNvPr id="4" name="Oval 3"/>
          <p:cNvSpPr/>
          <p:nvPr/>
        </p:nvSpPr>
        <p:spPr>
          <a:xfrm>
            <a:off x="91440" y="91440"/>
            <a:ext cx="320040" cy="320040"/>
          </a:xfrm>
          <a:prstGeom prst="ellipse">
            <a:avLst/>
          </a:prstGeom>
          <a:solidFill>
            <a:srgbClr val="FFB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4572000"/>
            <a:ext cx="320040" cy="320040"/>
          </a:xfrm>
          <a:prstGeom prst="ellipse">
            <a:avLst/>
          </a:prstGeom>
          <a:solidFill>
            <a:srgbClr val="FFC0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4663440"/>
            <a:ext cx="228600" cy="228600"/>
          </a:xfrm>
          <a:prstGeom prst="ellipse">
            <a:avLst/>
          </a:prstGeom>
          <a:solidFill>
            <a:srgbClr val="FF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8229600" cy="45720"/>
          </a:xfrm>
          <a:prstGeom prst="rect">
            <a:avLst/>
          </a:prstGeom>
          <a:solidFill>
            <a:srgbClr val="DC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464646"/>
                </a:solidFill>
              </a:defRPr>
            </a:pPr>
            <a:r>
              <a:t>たべもの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5A5A5A"/>
                </a:solidFill>
              </a:defRPr>
            </a:pPr>
            <a:r>
              <a:t>すきなたべものはラーメンです。</a:t>
            </a:r>
          </a:p>
          <a:p>
            <a:pPr>
              <a:defRPr sz="2200">
                <a:solidFill>
                  <a:srgbClr val="5A5A5A"/>
                </a:solidFill>
              </a:defRPr>
            </a:pPr>
            <a:r>
              <a:t>きらいなたべものはとてもからいたべものです。</a:t>
            </a:r>
          </a:p>
        </p:txBody>
      </p:sp>
      <p:sp>
        <p:nvSpPr>
          <p:cNvPr id="4" name="Oval 3"/>
          <p:cNvSpPr/>
          <p:nvPr/>
        </p:nvSpPr>
        <p:spPr>
          <a:xfrm>
            <a:off x="91440" y="91440"/>
            <a:ext cx="320040" cy="320040"/>
          </a:xfrm>
          <a:prstGeom prst="ellipse">
            <a:avLst/>
          </a:prstGeom>
          <a:solidFill>
            <a:srgbClr val="FFB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4572000"/>
            <a:ext cx="320040" cy="320040"/>
          </a:xfrm>
          <a:prstGeom prst="ellipse">
            <a:avLst/>
          </a:prstGeom>
          <a:solidFill>
            <a:srgbClr val="FFC0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4663440"/>
            <a:ext cx="228600" cy="228600"/>
          </a:xfrm>
          <a:prstGeom prst="ellipse">
            <a:avLst/>
          </a:prstGeom>
          <a:solidFill>
            <a:srgbClr val="FF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8229600" cy="45720"/>
          </a:xfrm>
          <a:prstGeom prst="rect">
            <a:avLst/>
          </a:prstGeom>
          <a:solidFill>
            <a:srgbClr val="DC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464646"/>
                </a:solidFill>
              </a:defRPr>
            </a:pPr>
            <a:r>
              <a:t>おわり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5A5A5A"/>
                </a:solidFill>
              </a:defRPr>
            </a:pPr>
            <a:r>
              <a:t>ありがとうございました。</a:t>
            </a:r>
          </a:p>
        </p:txBody>
      </p:sp>
      <p:sp>
        <p:nvSpPr>
          <p:cNvPr id="4" name="Oval 3"/>
          <p:cNvSpPr/>
          <p:nvPr/>
        </p:nvSpPr>
        <p:spPr>
          <a:xfrm>
            <a:off x="91440" y="91440"/>
            <a:ext cx="320040" cy="320040"/>
          </a:xfrm>
          <a:prstGeom prst="ellipse">
            <a:avLst/>
          </a:prstGeom>
          <a:solidFill>
            <a:srgbClr val="FFB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4572000"/>
            <a:ext cx="320040" cy="320040"/>
          </a:xfrm>
          <a:prstGeom prst="ellipse">
            <a:avLst/>
          </a:prstGeom>
          <a:solidFill>
            <a:srgbClr val="FFC0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4663440"/>
            <a:ext cx="228600" cy="228600"/>
          </a:xfrm>
          <a:prstGeom prst="ellipse">
            <a:avLst/>
          </a:prstGeom>
          <a:solidFill>
            <a:srgbClr val="FF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8229600" cy="45720"/>
          </a:xfrm>
          <a:prstGeom prst="rect">
            <a:avLst/>
          </a:prstGeom>
          <a:solidFill>
            <a:srgbClr val="DCB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